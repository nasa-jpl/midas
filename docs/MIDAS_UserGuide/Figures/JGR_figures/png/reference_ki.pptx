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1" autoAdjust="0"/>
    <p:restoredTop sz="94660"/>
  </p:normalViewPr>
  <p:slideViewPr>
    <p:cSldViewPr snapToGrid="0">
      <p:cViewPr>
        <p:scale>
          <a:sx n="180" d="100"/>
          <a:sy n="180" d="100"/>
        </p:scale>
        <p:origin x="-1368" y="-22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03E5-F9AA-4023-9F50-A317E7AFB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A6A3E-AB57-4C19-BA41-086378751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7C2E5-36DD-423B-B11E-1F3D4D45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9F1E-FD08-4440-9C76-4746DC34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48456-1EB9-4F84-9F37-CAF15382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2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DCDD-AA1A-4328-B440-D5A031C5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5927-EAD6-49CD-A1C0-8C3B34219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E98F5-C8B6-4038-A153-987CD67E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A8AE-4A15-4A2C-9B46-3026C447A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1D02-E9BA-4334-BABC-50E7618E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8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B0CD-DEF6-4D80-B4AA-A3930F7D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8FBD9-3A28-4BC5-A72A-3A93EDC89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2C7E0-8054-4515-8043-5AC70264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F9206-5369-46E2-87B8-3458BA883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3B034-474E-4BD6-A15F-74121B64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02FD-1322-4D51-A9B6-50F294DE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A103-8316-4C2C-8FD6-7C5C68FF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F91AC-DB12-4DAE-8018-D785ED9E4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A59CC-E0ED-4D21-9E51-0604DB09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4B080-CAAB-4CEA-A7F5-ED49B70C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51EFF-2FB2-409C-B23D-94BB2F32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3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AB72-687D-439B-9D4A-41B94179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16E99-915F-4760-B1A2-7BF1F7C58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49570-F3B6-4988-ACC3-48EB3A108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3365-B52F-4BC3-BD7C-05276FFD7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D0FA8-47B6-42E4-9A32-861A507FF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087F4-F234-4698-80DC-E05E7B12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49400-082B-4186-914F-C86E3E51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71DDF-1DF4-45F2-AB63-F5DDFFF1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2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2FD2-7A69-47F3-9FE8-51B162485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C78A2-36E1-4BD7-A7B8-DC582AF5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4567D-8FED-4087-BCC5-F3257FF5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39866-25C0-4157-A239-4E39C0E3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7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335DB-839D-4D88-BB69-FD1FEE626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20596-4B78-4B1B-A748-16E984AF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676C5-95DB-4D2A-96ED-9CB9631F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3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2122-9829-439F-B205-4287F1B2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BCFB9-B46C-4E05-AE6A-BFB50273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D7740-7EE4-4DB5-BD96-74AEF8BB9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B13E1-F9E0-4F21-8960-1CE7A555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1669C-8491-4E11-94A1-A0B350B3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5DFDF-6496-486B-B7D8-4015104D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7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76E2-3713-43C9-8AE9-5B8FDC93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186A6-7DF6-48FF-843A-8744B198B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CA230-C9F0-460A-9F92-6CA3B65D7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935F4-A791-4295-A484-4CFB955C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18433-4337-4E2F-9804-912BF903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380F8-B1A8-4310-B5F4-38FCB27B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4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8D52-AB69-47B7-9058-B20A2E39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CD42B-9A19-45A6-AC30-BA7A0BAF2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A746C-7779-413E-8646-E28C757F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A059C-E40D-4692-9D90-319685AF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AD4D1-7550-4980-B17F-42FCF796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6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AD232-DF54-4834-AB14-B8C4721F2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5C97D-2130-4ADE-9261-01FE1DC0B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29E1C-FDFF-478E-AA64-D9BBEBEB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9109-C00A-431F-8245-4265B87C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2B65-9661-4886-B355-BA0BC4FB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1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2E80E5-3111-4D58-8D8C-1009A727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EFFAD-DB73-4958-995B-DC051EDDB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D1D02-9D44-440A-92F0-614033FFC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D5492-A583-4D40-A975-18E332F4F0AE}" type="datetimeFigureOut">
              <a:rPr lang="en-US" smtClean="0"/>
              <a:t>6/13/2020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CF5B-93C8-4402-9541-BE423A4BC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B7AA1-8641-45B9-96A4-656F0D3CE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65B58-967B-4E3D-B41B-FE410832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4A4366D-CC7A-44DB-8D07-8E358FD5168B}"/>
              </a:ext>
            </a:extLst>
          </p:cNvPr>
          <p:cNvGrpSpPr/>
          <p:nvPr/>
        </p:nvGrpSpPr>
        <p:grpSpPr>
          <a:xfrm rot="7892">
            <a:off x="3393878" y="2138594"/>
            <a:ext cx="3179193" cy="3153104"/>
            <a:chOff x="4698863" y="1572195"/>
            <a:chExt cx="3179193" cy="315310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6B87CF-C22C-4DFB-8926-392EC307CB38}"/>
                </a:ext>
              </a:extLst>
            </p:cNvPr>
            <p:cNvCxnSpPr>
              <a:cxnSpLocks/>
            </p:cNvCxnSpPr>
            <p:nvPr/>
          </p:nvCxnSpPr>
          <p:spPr>
            <a:xfrm rot="21592108" flipH="1">
              <a:off x="4840322" y="3430441"/>
              <a:ext cx="1256472" cy="68971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444A728-5031-4346-AA30-0A7CB0929DC6}"/>
                </a:ext>
              </a:extLst>
            </p:cNvPr>
            <p:cNvCxnSpPr>
              <a:cxnSpLocks/>
            </p:cNvCxnSpPr>
            <p:nvPr/>
          </p:nvCxnSpPr>
          <p:spPr>
            <a:xfrm rot="21592108" flipH="1" flipV="1">
              <a:off x="6090496" y="2052179"/>
              <a:ext cx="3924" cy="1376829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1DA248-B9CD-4615-B0BA-5BC0DC17F2DA}"/>
                </a:ext>
              </a:extLst>
            </p:cNvPr>
            <p:cNvCxnSpPr>
              <a:cxnSpLocks/>
            </p:cNvCxnSpPr>
            <p:nvPr/>
          </p:nvCxnSpPr>
          <p:spPr>
            <a:xfrm rot="21592108">
              <a:off x="6096731" y="3427699"/>
              <a:ext cx="1132450" cy="63757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A6C7BF-359C-406E-B253-82AB90F807D5}"/>
                </a:ext>
              </a:extLst>
            </p:cNvPr>
            <p:cNvSpPr txBox="1"/>
            <p:nvPr/>
          </p:nvSpPr>
          <p:spPr>
            <a:xfrm>
              <a:off x="4698863" y="4103330"/>
              <a:ext cx="3994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C55593-40AD-4269-9561-72E3473E451D}"/>
                </a:ext>
              </a:extLst>
            </p:cNvPr>
            <p:cNvSpPr txBox="1"/>
            <p:nvPr/>
          </p:nvSpPr>
          <p:spPr>
            <a:xfrm>
              <a:off x="6887105" y="4140524"/>
              <a:ext cx="3994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E3C347E-F78B-42F2-98B6-832A0AFBEA93}"/>
                </a:ext>
              </a:extLst>
            </p:cNvPr>
            <p:cNvSpPr txBox="1"/>
            <p:nvPr/>
          </p:nvSpPr>
          <p:spPr>
            <a:xfrm>
              <a:off x="5672798" y="1572195"/>
              <a:ext cx="3994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</a:rPr>
                <a:t>z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A969E6D-634B-4D69-8E1D-773BC10E7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3878" y="2580772"/>
              <a:ext cx="553375" cy="314047"/>
            </a:xfrm>
            <a:prstGeom prst="straightConnector1">
              <a:avLst/>
            </a:prstGeom>
            <a:ln w="889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2511C2F-85C8-4FA9-B011-18BD490EEF95}"/>
                    </a:ext>
                  </a:extLst>
                </p:cNvPr>
                <p:cNvSpPr txBox="1"/>
                <p:nvPr/>
              </p:nvSpPr>
              <p:spPr>
                <a:xfrm>
                  <a:off x="6374838" y="1989405"/>
                  <a:ext cx="1503218" cy="628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:r>
                    <a:rPr lang="en-US" b="1" dirty="0">
                      <a:solidFill>
                        <a:srgbClr val="C00000"/>
                      </a:solidFill>
                    </a:rPr>
                    <a:t>if</a:t>
                  </a:r>
                  <a:r>
                    <a:rPr lang="en-US" sz="1600" b="1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1600" b="1" i="1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2511C2F-85C8-4FA9-B011-18BD490EE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838" y="1989405"/>
                  <a:ext cx="1503218" cy="628955"/>
                </a:xfrm>
                <a:prstGeom prst="rect">
                  <a:avLst/>
                </a:prstGeom>
                <a:blipFill>
                  <a:blip r:embed="rId2"/>
                  <a:stretch>
                    <a:fillRect l="-3226" t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6E32E8-AB38-4FD9-9048-FC14D53F22ED}"/>
              </a:ext>
            </a:extLst>
          </p:cNvPr>
          <p:cNvCxnSpPr>
            <a:cxnSpLocks/>
          </p:cNvCxnSpPr>
          <p:nvPr/>
        </p:nvCxnSpPr>
        <p:spPr>
          <a:xfrm rot="14420748" flipV="1">
            <a:off x="3821591" y="3753440"/>
            <a:ext cx="280247" cy="517998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E8A9298-F008-4B9D-8434-4F0E9735130E}"/>
              </a:ext>
            </a:extLst>
          </p:cNvPr>
          <p:cNvCxnSpPr>
            <a:cxnSpLocks/>
          </p:cNvCxnSpPr>
          <p:nvPr/>
        </p:nvCxnSpPr>
        <p:spPr>
          <a:xfrm flipH="1">
            <a:off x="3281250" y="3980461"/>
            <a:ext cx="1465869" cy="4262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BCF624-B7B4-4249-B143-D9B994213475}"/>
              </a:ext>
            </a:extLst>
          </p:cNvPr>
          <p:cNvCxnSpPr>
            <a:cxnSpLocks/>
          </p:cNvCxnSpPr>
          <p:nvPr/>
        </p:nvCxnSpPr>
        <p:spPr>
          <a:xfrm flipH="1">
            <a:off x="4799726" y="2872207"/>
            <a:ext cx="539492" cy="11004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629977-033E-4C10-B942-3D61CC0A8D15}"/>
              </a:ext>
            </a:extLst>
          </p:cNvPr>
          <p:cNvCxnSpPr>
            <a:cxnSpLocks/>
          </p:cNvCxnSpPr>
          <p:nvPr/>
        </p:nvCxnSpPr>
        <p:spPr>
          <a:xfrm flipV="1">
            <a:off x="4788411" y="3173867"/>
            <a:ext cx="1464222" cy="812727"/>
          </a:xfrm>
          <a:prstGeom prst="line">
            <a:avLst/>
          </a:prstGeom>
          <a:ln w="3810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F6C609-4C1E-4D0D-ADB4-8A0288A8DB7E}"/>
              </a:ext>
            </a:extLst>
          </p:cNvPr>
          <p:cNvCxnSpPr>
            <a:cxnSpLocks/>
          </p:cNvCxnSpPr>
          <p:nvPr/>
        </p:nvCxnSpPr>
        <p:spPr>
          <a:xfrm flipV="1">
            <a:off x="3702840" y="3103571"/>
            <a:ext cx="1535280" cy="92215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c 67">
            <a:extLst>
              <a:ext uri="{FF2B5EF4-FFF2-40B4-BE49-F238E27FC236}">
                <a16:creationId xmlns:a16="http://schemas.microsoft.com/office/drawing/2014/main" id="{91F53277-C00B-469A-AC4B-2DE488FEBA39}"/>
              </a:ext>
            </a:extLst>
          </p:cNvPr>
          <p:cNvSpPr/>
          <p:nvPr/>
        </p:nvSpPr>
        <p:spPr>
          <a:xfrm rot="15605532" flipV="1">
            <a:off x="4175741" y="3569373"/>
            <a:ext cx="1352054" cy="1038905"/>
          </a:xfrm>
          <a:prstGeom prst="arc">
            <a:avLst>
              <a:gd name="adj1" fmla="val 14219464"/>
              <a:gd name="adj2" fmla="val 19943846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8260629C-9B39-4D21-A5D0-03506FA044C5}"/>
              </a:ext>
            </a:extLst>
          </p:cNvPr>
          <p:cNvSpPr/>
          <p:nvPr/>
        </p:nvSpPr>
        <p:spPr>
          <a:xfrm rot="11911746">
            <a:off x="3595663" y="3599740"/>
            <a:ext cx="1284122" cy="1104871"/>
          </a:xfrm>
          <a:prstGeom prst="arc">
            <a:avLst>
              <a:gd name="adj1" fmla="val 18112888"/>
              <a:gd name="adj2" fmla="val 21018489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0F5CC1D-761B-43C4-B73E-7894CBA7E07E}"/>
                  </a:ext>
                </a:extLst>
              </p:cNvPr>
              <p:cNvSpPr txBox="1"/>
              <p:nvPr/>
            </p:nvSpPr>
            <p:spPr>
              <a:xfrm rot="7892">
                <a:off x="3146347" y="4133690"/>
                <a:ext cx="4947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0F5CC1D-761B-43C4-B73E-7894CBA7E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892">
                <a:off x="3146347" y="4133690"/>
                <a:ext cx="494700" cy="430887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571330F-5143-4B32-B680-21397DF22F42}"/>
                  </a:ext>
                </a:extLst>
              </p:cNvPr>
              <p:cNvSpPr txBox="1"/>
              <p:nvPr/>
            </p:nvSpPr>
            <p:spPr>
              <a:xfrm rot="7892">
                <a:off x="5399174" y="3807485"/>
                <a:ext cx="4947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571330F-5143-4B32-B680-21397DF22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892">
                <a:off x="5399174" y="3807485"/>
                <a:ext cx="4947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AFACA43-02BE-461C-964F-4EF8A071FC9D}"/>
                  </a:ext>
                </a:extLst>
              </p:cNvPr>
              <p:cNvSpPr txBox="1"/>
              <p:nvPr/>
            </p:nvSpPr>
            <p:spPr>
              <a:xfrm rot="7892">
                <a:off x="3304076" y="3390345"/>
                <a:ext cx="578574" cy="44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AFACA43-02BE-461C-964F-4EF8A071F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892">
                <a:off x="3304076" y="3390345"/>
                <a:ext cx="578574" cy="449354"/>
              </a:xfrm>
              <a:prstGeom prst="rect">
                <a:avLst/>
              </a:prstGeom>
              <a:blipFill>
                <a:blip r:embed="rId5"/>
                <a:stretch>
                  <a:fillRect t="-8108" r="-11340"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4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click-user</dc:creator>
  <cp:lastModifiedBy>click-user</cp:lastModifiedBy>
  <cp:revision>14</cp:revision>
  <dcterms:created xsi:type="dcterms:W3CDTF">2020-06-08T05:10:29Z</dcterms:created>
  <dcterms:modified xsi:type="dcterms:W3CDTF">2020-06-13T11:56:12Z</dcterms:modified>
</cp:coreProperties>
</file>